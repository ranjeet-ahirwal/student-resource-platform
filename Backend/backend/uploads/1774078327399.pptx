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kkimtourism.gov.in/Public/index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ijmr.com/papers/2025/3/1128.pdf?utm_source=chatgpt.com" TargetMode="External"/><Relationship Id="rId5" Type="http://schemas.openxmlformats.org/officeDocument/2006/relationships/hyperlink" Target="https://sikkimtourism.gov.in/Public/ThingsToDo/PilgrimageDetails/PL20A031?Type=Monastery&amp;utm_source=chatgpt.com" TargetMode="External"/><Relationship Id="rId4" Type="http://schemas.openxmlformats.org/officeDocument/2006/relationships/hyperlink" Target="https://www.rumtek.org/index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5609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SIH25061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Digitize and Showcase Monasteries of Sikkim for Tourism and Cultural Preservation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Travel &amp; Tourism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27541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MONASTERY 360</a:t>
            </a:r>
            <a:endParaRPr lang="en-US" sz="3600" b="1" dirty="0"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980285" y="1200097"/>
            <a:ext cx="431842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6013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Pixel</a:t>
            </a:r>
          </a:p>
          <a:p>
            <a:pPr algn="ctr"/>
            <a:r>
              <a:rPr lang="en-US" dirty="0"/>
              <a:t>Nomads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22D4B88A-992B-F7E9-0631-85B4A952C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56" y="1804719"/>
            <a:ext cx="5614218" cy="403187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Tours: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Offers immersive 360° panoramic views of monastery interiors with narrated walkthroughs in multiple languages for a global audience.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Map: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geo-tagged map of all monasteries, complete with travel routes, nearby attractions, and integration with local tourism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Archives: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Creates a centralized repository for preserving endangered cultural assets like scanned manuscripts, murals, and historical documents, all accessible via an AI-powered search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Audio Guide App: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location-based mobile app that delivers audio guides using GPS, with an essential offline mode for remote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Cultural Calendar: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Features a comprehensive schedule of monastery events, festivals, and rituals, offering tourists booking and participation options for direct engagement.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F08F60-9261-887E-55E6-5248235E9C45}"/>
              </a:ext>
            </a:extLst>
          </p:cNvPr>
          <p:cNvSpPr/>
          <p:nvPr/>
        </p:nvSpPr>
        <p:spPr>
          <a:xfrm>
            <a:off x="6357590" y="4409440"/>
            <a:ext cx="5637036" cy="180070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F4720EF-112E-67B3-F398-FB1F522E02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16" r="5168" b="10894"/>
          <a:stretch>
            <a:fillRect/>
          </a:stretch>
        </p:blipFill>
        <p:spPr>
          <a:xfrm>
            <a:off x="6375185" y="1200285"/>
            <a:ext cx="5628745" cy="289677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F7F7F96-BEF4-B1DB-ADEA-8BDCEB7D352A}"/>
              </a:ext>
            </a:extLst>
          </p:cNvPr>
          <p:cNvSpPr/>
          <p:nvPr/>
        </p:nvSpPr>
        <p:spPr>
          <a:xfrm>
            <a:off x="335398" y="1200097"/>
            <a:ext cx="5913002" cy="501782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4E11A-5D11-CD76-5CA3-3CE6CF0ACC51}"/>
              </a:ext>
            </a:extLst>
          </p:cNvPr>
          <p:cNvSpPr txBox="1"/>
          <p:nvPr/>
        </p:nvSpPr>
        <p:spPr>
          <a:xfrm rot="21177671" flipV="1">
            <a:off x="7716939" y="6540557"/>
            <a:ext cx="2464600" cy="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400" dirty="0"/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6BC59C14-36E6-A95F-454C-30F2028F3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5958" y="4409440"/>
            <a:ext cx="574849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All-in-One Platform: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It's not just a virtual tour or a map; it's a complete package that lets you explore monasteries from home,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you plan and experience them in person.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and Promotes: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simultaneously saves endangered historical documents digitally for future generations while making Sikkim's heritage accessible to the whole world, boosting both tourism and cultural preservation.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485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Pixel</a:t>
            </a:r>
          </a:p>
          <a:p>
            <a:pPr algn="ctr"/>
            <a:r>
              <a:rPr lang="en-US" dirty="0"/>
              <a:t>Nomads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6D3EFE4-AAAD-7AE7-51EA-153FDF6F7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59" y="2109176"/>
            <a:ext cx="559815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Front-End: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or Angular for the web and mobile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Three.js for the immersive 360° virtual tours.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Back-End: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Node.js or Python for server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combination of a relational database (e.g.,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PostgreSQL) for structured data and a NoSQL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Firestore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flexible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Infrastructure: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Cloud Platform or AWS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scalable hosting and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Hardware: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GPS and Bluetooth beacons for location-based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audio guides.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with Google Maps and other third-party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tourism and transport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AI/ML: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Machine learning models (using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TensorFlow/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AI-powered search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categorization of archives.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DE4253-AE9A-1CE0-7AA5-439B70988C05}"/>
              </a:ext>
            </a:extLst>
          </p:cNvPr>
          <p:cNvSpPr/>
          <p:nvPr/>
        </p:nvSpPr>
        <p:spPr>
          <a:xfrm>
            <a:off x="487798" y="1179965"/>
            <a:ext cx="5913002" cy="501782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1B548E-22BA-E310-523F-BE1AA39B8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201" y="1352183"/>
            <a:ext cx="41333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prototype wil</a:t>
            </a:r>
            <a:r>
              <a:rPr lang="en-US" altLang="en-US" sz="1600" b="1" u="sng" dirty="0">
                <a:latin typeface="Arial" panose="020B0604020202020204" pitchFamily="34" charset="0"/>
              </a:rPr>
              <a:t>l operate using the following technical approach</a:t>
            </a:r>
            <a:endParaRPr kumimoji="0" lang="en-US" altLang="en-U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E7DDBA-DE9D-3885-0EEF-F7B243A04B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11" t="6449" r="5677" b="16367"/>
          <a:stretch>
            <a:fillRect/>
          </a:stretch>
        </p:blipFill>
        <p:spPr>
          <a:xfrm>
            <a:off x="6631344" y="1179966"/>
            <a:ext cx="5279335" cy="4991856"/>
          </a:xfrm>
          <a:prstGeom prst="rect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32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Pixel</a:t>
            </a:r>
          </a:p>
          <a:p>
            <a:pPr algn="ctr"/>
            <a:r>
              <a:rPr lang="en-US" dirty="0"/>
              <a:t>Nomads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3B58C19-ED9E-3EA1-FEEE-A0C6EBD0244E}"/>
              </a:ext>
            </a:extLst>
          </p:cNvPr>
          <p:cNvSpPr/>
          <p:nvPr/>
        </p:nvSpPr>
        <p:spPr>
          <a:xfrm>
            <a:off x="119094" y="1200097"/>
            <a:ext cx="5913002" cy="501782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8D84A53-13F9-DE93-3FC0-0A600871D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29" y="1808604"/>
            <a:ext cx="5732531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Feasibility:</a:t>
            </a: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uses well-established technologies like 360° virtual reality and AI, making it technically achievable and scalable. The main challenge is the specialized skills required for development.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Feasibility:</a:t>
            </a: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the initial investment for hardware and development is significant, the long-term potential for revenue from tourism and partnerships, along with its cultural preservation value, makes it a worthwhile investment.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Feasibility:</a:t>
            </a: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primary challenges are logistical, including the extensive on-site data collection at remote monastery locations and the ongoing need for strong collaboration with local communities and government bodies.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Feasibility:</a:t>
            </a: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clear market need for a unified digital platform for Sikkim's monasteries, and the solution has a unique combination of features that gives it a significant advantage over existing, more limited offerings.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6B1522-37C7-F5E1-674B-C6C9D0FFCBE9}"/>
              </a:ext>
            </a:extLst>
          </p:cNvPr>
          <p:cNvSpPr/>
          <p:nvPr/>
        </p:nvSpPr>
        <p:spPr>
          <a:xfrm>
            <a:off x="225818" y="1325997"/>
            <a:ext cx="5732530" cy="3513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28935-AE0A-2D37-4F81-0826C089FD8E}"/>
              </a:ext>
            </a:extLst>
          </p:cNvPr>
          <p:cNvSpPr txBox="1"/>
          <p:nvPr/>
        </p:nvSpPr>
        <p:spPr>
          <a:xfrm>
            <a:off x="904568" y="1334208"/>
            <a:ext cx="519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Analysis of the feasibility of the idea.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E9E659C-8AAA-78EC-0866-82A2E3EEC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072" y="1227640"/>
            <a:ext cx="605175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and Acceptance: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biggest challenge is getting permission from the monks and local communities. They might not want us to take pictures and scan their sacred places and old documents.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Hard-to-Reach Places: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monasteries are high in the mountains and far away. It will be difficult and expensive to carry our equipment there to collect all the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Damaging Old Items: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we scan very old and fragile manuscripts or murals, there is a risk of accidentally breaking or damaging them forever.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Keeping the App Running: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will be a big challenge to find money to keep the platform.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EC20DD8-2F26-924E-2C3F-6996C8CC6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904" y="4322303"/>
            <a:ext cx="595692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Trust: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will work directly with monks and local leaders from the start to make sure they are comfortable and involved in the project.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Careful Planning: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Our </a:t>
            </a:r>
            <a:r>
              <a:rPr lang="en-US" altLang="en-US" sz="1600" dirty="0">
                <a:latin typeface="Arial" panose="020B0604020202020204" pitchFamily="34" charset="0"/>
              </a:rPr>
              <a:t>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eam will plan and handle the logistics of getting our equipment to remote monasteries.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Funding: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will seek government grants and partner with tourism agencies.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BC45E0-C673-F603-FD36-190EB121A145}"/>
              </a:ext>
            </a:extLst>
          </p:cNvPr>
          <p:cNvSpPr/>
          <p:nvPr/>
        </p:nvSpPr>
        <p:spPr>
          <a:xfrm>
            <a:off x="6122331" y="1200097"/>
            <a:ext cx="5994498" cy="499769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480BC5-63D4-40AA-91F9-46EB9411A19F}"/>
              </a:ext>
            </a:extLst>
          </p:cNvPr>
          <p:cNvSpPr/>
          <p:nvPr/>
        </p:nvSpPr>
        <p:spPr>
          <a:xfrm>
            <a:off x="6122331" y="4274628"/>
            <a:ext cx="5994498" cy="19231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6013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Pixel</a:t>
            </a:r>
          </a:p>
          <a:p>
            <a:pPr algn="ctr"/>
            <a:r>
              <a:rPr lang="en-US" dirty="0"/>
              <a:t>Nomads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1DA20D-5C55-CAB7-794D-9AD23D522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76" y="1179965"/>
            <a:ext cx="5513327" cy="5037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611342-2DC6-9A13-5C83-477CA5F1D1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18" b="5585"/>
          <a:stretch>
            <a:fillRect/>
          </a:stretch>
        </p:blipFill>
        <p:spPr>
          <a:xfrm>
            <a:off x="6179368" y="1179965"/>
            <a:ext cx="5639619" cy="503776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02387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81630" y="2305615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https://sikkimtourism.gov.in/Public/index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https://www.rumtek.org/index.php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https://sikkimtourism.gov.in/Public/ThingsToDo/PilgrimageDetails/PL20A031?Type=Monastery&amp;utm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6"/>
              </a:rPr>
              <a:t>https://www.aijmr.com/papers/2025/3/1128.pdf?utm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0397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03978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99871"/>
            <a:ext cx="137170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Pixel</a:t>
            </a:r>
          </a:p>
          <a:p>
            <a:pPr algn="ctr"/>
            <a:r>
              <a:rPr lang="en-US" dirty="0"/>
              <a:t>Nomads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10472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7591</TotalTime>
  <Words>831</Words>
  <Application>Microsoft Office PowerPoint</Application>
  <PresentationFormat>Widescreen</PresentationFormat>
  <Paragraphs>80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MONASTERY 360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Ranjeet choudhary</cp:lastModifiedBy>
  <cp:revision>148</cp:revision>
  <dcterms:created xsi:type="dcterms:W3CDTF">2013-12-12T18:46:50Z</dcterms:created>
  <dcterms:modified xsi:type="dcterms:W3CDTF">2025-09-23T09:02:47Z</dcterms:modified>
  <cp:category/>
</cp:coreProperties>
</file>